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7" y="3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6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1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2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5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2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9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4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8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1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5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25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82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56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08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6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4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Solar Energy Prediction and Classification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Presenter: Belal </a:t>
            </a:r>
            <a:r>
              <a:rPr lang="en-US" dirty="0"/>
              <a:t>salah</a:t>
            </a:r>
            <a:endParaRPr dirty="0"/>
          </a:p>
          <a:p>
            <a:r>
              <a:rPr dirty="0"/>
              <a:t>Supervisors:</a:t>
            </a:r>
            <a:r>
              <a:rPr lang="en-US" dirty="0"/>
              <a:t> </a:t>
            </a:r>
            <a:r>
              <a:rPr dirty="0"/>
              <a:t>Dr. Ahmed Anter</a:t>
            </a:r>
          </a:p>
          <a:p>
            <a:r>
              <a:rPr dirty="0"/>
              <a:t>Teaching Assistant: </a:t>
            </a:r>
            <a:r>
              <a:rPr lang="en-US" dirty="0" err="1"/>
              <a:t>salma</a:t>
            </a:r>
            <a:r>
              <a:rPr lang="en-US" dirty="0"/>
              <a:t> </a:t>
            </a:r>
            <a:r>
              <a:rPr lang="en-US" dirty="0" err="1"/>
              <a:t>waleed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Solar energy depends on weather conditions such as temperature, humidity, and wind.</a:t>
            </a:r>
          </a:p>
          <a:p>
            <a:r>
              <a:t>• Machine Learning helps analyze complex relationships.</a:t>
            </a:r>
          </a:p>
          <a:p>
            <a:r>
              <a:t>• This project analyzes Aswan weather data to predict solar energy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Solar energy production is highly variable.</a:t>
            </a:r>
          </a:p>
          <a:p>
            <a:r>
              <a:t>• Traditional methods fail with high-dimensional data.</a:t>
            </a:r>
          </a:p>
          <a:p>
            <a:r>
              <a:t>• Need ML-based analysis and prediction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and preprocess weather data.</a:t>
            </a:r>
          </a:p>
          <a:p>
            <a:r>
              <a:t>• Perform statistical analysis and visualization.</a:t>
            </a:r>
          </a:p>
          <a:p>
            <a:r>
              <a:t>• Apply feature reduction techniques.</a:t>
            </a:r>
          </a:p>
          <a:p>
            <a:r>
              <a:t>• Build and evaluate ML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correlation between solar radiation and temperature.</a:t>
            </a:r>
          </a:p>
          <a:p>
            <a:r>
              <a:t>• PCA and LDA improve performance.</a:t>
            </a:r>
          </a:p>
          <a:p>
            <a:r>
              <a:t>• Neural Networks outperform traditional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 and cleaning.</a:t>
            </a:r>
          </a:p>
          <a:p>
            <a:r>
              <a:t>• Feature engineering (Month, Binning).</a:t>
            </a:r>
          </a:p>
          <a:p>
            <a:r>
              <a:t>• Statistical analysis and visualization.</a:t>
            </a:r>
          </a:p>
          <a:p>
            <a:r>
              <a:t>• Feature reduction and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Reduction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PCA – linear reduction.</a:t>
            </a:r>
          </a:p>
          <a:p>
            <a:r>
              <a:t>• LDA – supervised separation.</a:t>
            </a:r>
          </a:p>
          <a:p>
            <a:r>
              <a:t>• Truncated SVD – matrix factorization.</a:t>
            </a:r>
          </a:p>
          <a:p>
            <a:r>
              <a:t>• Kernel PCA – non-linear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weather data.</a:t>
            </a:r>
          </a:p>
          <a:p>
            <a:r>
              <a:t>• Preprocessing and scaling.</a:t>
            </a:r>
          </a:p>
          <a:p>
            <a:r>
              <a:t>• Feature reduction.</a:t>
            </a:r>
          </a:p>
          <a:p>
            <a:r>
              <a:t>• Classification and regression models.</a:t>
            </a:r>
          </a:p>
          <a:p>
            <a:r>
              <a:t>• Evaluation and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Classification:</a:t>
            </a:r>
          </a:p>
          <a:p>
            <a:r>
              <a:t>• Naive Bayes</a:t>
            </a:r>
          </a:p>
          <a:p>
            <a:r>
              <a:t>• Decision Tree</a:t>
            </a:r>
          </a:p>
          <a:p>
            <a:r>
              <a:t>• LDA</a:t>
            </a:r>
          </a:p>
          <a:p>
            <a:r>
              <a:t>• KNN</a:t>
            </a:r>
          </a:p>
          <a:p>
            <a:r>
              <a:t>• Logistic Regression</a:t>
            </a:r>
          </a:p>
          <a:p>
            <a:r>
              <a:t>• Neural Network (MLP)</a:t>
            </a:r>
          </a:p>
          <a:p>
            <a:endParaRPr/>
          </a:p>
          <a:p>
            <a:r>
              <a:t>Regression:</a:t>
            </a:r>
          </a:p>
          <a:p>
            <a:r>
              <a:t>• Linear Regression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Neural Network achieved best accuracy.</a:t>
            </a:r>
          </a:p>
          <a:p>
            <a:r>
              <a:t>• Linear Regression showed good prediction.</a:t>
            </a:r>
          </a:p>
          <a:p>
            <a:r>
              <a:t>• Learning curves show good generalization.</a:t>
            </a:r>
          </a:p>
          <a:p>
            <a:r>
              <a:t>• ROC and Confusion Matrix confirm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and Error Rate.</a:t>
            </a:r>
          </a:p>
          <a:p>
            <a:r>
              <a:t>• Precision, Recall, F1-score.</a:t>
            </a:r>
          </a:p>
          <a:p>
            <a:r>
              <a:t>• MAE, RMSE, R² for regression.</a:t>
            </a:r>
          </a:p>
          <a:p>
            <a:r>
              <a:t>• ROC and AUC for multi-class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larger datasets.</a:t>
            </a:r>
          </a:p>
          <a:p>
            <a:r>
              <a:t>• Apply deep learning models (LSTM, CNN).</a:t>
            </a:r>
          </a:p>
          <a:p>
            <a:r>
              <a:t>• Real-time solar prediction system.</a:t>
            </a:r>
          </a:p>
          <a:p>
            <a:r>
              <a:t>• Web-based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improves solar energy prediction.</a:t>
            </a:r>
          </a:p>
          <a:p>
            <a:r>
              <a:t>• Feature reduction enhances accuracy.</a:t>
            </a:r>
          </a:p>
          <a:p>
            <a:r>
              <a:t>• Neural Networks perform best.</a:t>
            </a:r>
          </a:p>
          <a:p>
            <a:r>
              <a:t>• Supports sustainable energy planning.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73</TotalTime>
  <Words>368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Solar Energy Prediction and Classification Using Machine Learning</vt:lpstr>
      <vt:lpstr>Introduction</vt:lpstr>
      <vt:lpstr>Problem Statement</vt:lpstr>
      <vt:lpstr>Objectives</vt:lpstr>
      <vt:lpstr>Related Studies</vt:lpstr>
      <vt:lpstr>Methodology</vt:lpstr>
      <vt:lpstr>Feature Reduction Techniques</vt:lpstr>
      <vt:lpstr>Proposed Architecture</vt:lpstr>
      <vt:lpstr>Models Used</vt:lpstr>
      <vt:lpstr>Results and Discussion</vt:lpstr>
      <vt:lpstr>Performance Evaluation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belal salah</cp:lastModifiedBy>
  <cp:revision>2</cp:revision>
  <dcterms:created xsi:type="dcterms:W3CDTF">2013-01-27T09:14:16Z</dcterms:created>
  <dcterms:modified xsi:type="dcterms:W3CDTF">2025-12-31T00:50:30Z</dcterms:modified>
  <cp:category/>
</cp:coreProperties>
</file>